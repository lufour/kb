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9" r:id="rId8"/>
    <p:sldId id="262" r:id="rId9"/>
    <p:sldId id="263" r:id="rId10"/>
    <p:sldId id="273" r:id="rId11"/>
    <p:sldId id="264" r:id="rId12"/>
    <p:sldId id="266" r:id="rId13"/>
    <p:sldId id="267" r:id="rId14"/>
    <p:sldId id="268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82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15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75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39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30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25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71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1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83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03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64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90C07-DE9B-4921-99AB-B70D5A4A62F7}" type="datetimeFigureOut">
              <a:rPr lang="zh-TW" altLang="en-US" smtClean="0"/>
              <a:t>2025/9/18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C55C-221D-4F73-B7C3-CA0FDDD984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67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xxx.xxx.xxx.xxx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544568" y="1719072"/>
            <a:ext cx="25330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b="1" dirty="0" smtClean="0"/>
              <a:t>AT968</a:t>
            </a:r>
            <a:endParaRPr lang="zh-TW" altLang="en-US" sz="7200" b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4926083" y="3410712"/>
            <a:ext cx="17700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Ip:192.168.160.1</a:t>
            </a:r>
          </a:p>
          <a:p>
            <a:r>
              <a:rPr lang="en-US" altLang="zh-TW" dirty="0" smtClean="0"/>
              <a:t>192.168.160.3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err="1" smtClean="0"/>
              <a:t>Account:admin</a:t>
            </a:r>
            <a:endParaRPr lang="en-US" altLang="zh-TW" dirty="0" smtClean="0"/>
          </a:p>
          <a:p>
            <a:r>
              <a:rPr lang="en-US" altLang="zh-TW" dirty="0" smtClean="0"/>
              <a:t>Password:v6pbx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972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46" y="1042415"/>
            <a:ext cx="10384357" cy="533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28" y="402336"/>
            <a:ext cx="11261023" cy="596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7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544568" y="1719072"/>
            <a:ext cx="2985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b="1" dirty="0" smtClean="0"/>
              <a:t>SP1700</a:t>
            </a:r>
            <a:endParaRPr lang="zh-TW" altLang="en-US" sz="7200" b="1" dirty="0"/>
          </a:p>
        </p:txBody>
      </p:sp>
      <p:sp>
        <p:nvSpPr>
          <p:cNvPr id="3" name="文字方塊 2"/>
          <p:cNvSpPr txBox="1"/>
          <p:nvPr/>
        </p:nvSpPr>
        <p:spPr>
          <a:xfrm>
            <a:off x="4926083" y="3410712"/>
            <a:ext cx="26321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Ip:192.168.160.2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Empty </a:t>
            </a:r>
            <a:r>
              <a:rPr lang="en-US" altLang="zh-TW" dirty="0" err="1" smtClean="0"/>
              <a:t>account&amp;password</a:t>
            </a:r>
            <a:endParaRPr lang="en-US" altLang="zh-TW" dirty="0" smtClean="0"/>
          </a:p>
          <a:p>
            <a:r>
              <a:rPr lang="en-US" altLang="zh-TW" dirty="0" smtClean="0"/>
              <a:t>Click login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8319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0" y="1068939"/>
            <a:ext cx="12192000" cy="4720121"/>
            <a:chOff x="0" y="1068939"/>
            <a:chExt cx="12192000" cy="4720121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8939"/>
              <a:ext cx="12192000" cy="4720121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1847088" y="3191256"/>
              <a:ext cx="10085832" cy="2834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115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658368" y="1651073"/>
            <a:ext cx="10783824" cy="3206466"/>
            <a:chOff x="658368" y="1651073"/>
            <a:chExt cx="10783824" cy="3206466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368" y="1651073"/>
              <a:ext cx="10783824" cy="3206466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6464808" y="2185416"/>
              <a:ext cx="1399032" cy="2651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569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0"/>
            <a:ext cx="10209128" cy="269770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2564489"/>
            <a:ext cx="6856068" cy="36140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912864" y="3200400"/>
            <a:ext cx="1399032" cy="2651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339584" y="879909"/>
            <a:ext cx="1399032" cy="2651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50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7866"/>
            <a:ext cx="11030712" cy="417616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322576" y="2487168"/>
            <a:ext cx="905256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30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535424" y="1746504"/>
            <a:ext cx="2989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b="1" dirty="0" smtClean="0"/>
              <a:t>ALE300</a:t>
            </a:r>
            <a:endParaRPr lang="zh-TW" altLang="en-US" sz="7200" b="1" dirty="0"/>
          </a:p>
        </p:txBody>
      </p:sp>
      <p:sp>
        <p:nvSpPr>
          <p:cNvPr id="3" name="文字方塊 2"/>
          <p:cNvSpPr txBox="1"/>
          <p:nvPr/>
        </p:nvSpPr>
        <p:spPr>
          <a:xfrm>
            <a:off x="2521211" y="3401568"/>
            <a:ext cx="6784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ALE300 is </a:t>
            </a:r>
            <a:r>
              <a:rPr lang="en-US" altLang="zh-TW" dirty="0" err="1" smtClean="0"/>
              <a:t>noe</a:t>
            </a:r>
            <a:r>
              <a:rPr lang="en-US" altLang="zh-TW" dirty="0" smtClean="0"/>
              <a:t> mode at </a:t>
            </a:r>
            <a:r>
              <a:rPr lang="en-US" altLang="zh-TW" dirty="0" err="1" smtClean="0"/>
              <a:t>first.For</a:t>
            </a:r>
            <a:r>
              <a:rPr lang="en-US" altLang="zh-TW" dirty="0" smtClean="0"/>
              <a:t> changing to sip </a:t>
            </a:r>
            <a:r>
              <a:rPr lang="en-US" altLang="zh-TW" dirty="0" err="1" smtClean="0"/>
              <a:t>mode,follow</a:t>
            </a:r>
            <a:r>
              <a:rPr lang="en-US" altLang="zh-TW" dirty="0" smtClean="0"/>
              <a:t> steps:</a:t>
            </a:r>
          </a:p>
          <a:p>
            <a:endParaRPr lang="en-US" altLang="zh-TW" dirty="0"/>
          </a:p>
          <a:p>
            <a:r>
              <a:rPr lang="en-US" altLang="zh-TW" dirty="0" smtClean="0"/>
              <a:t>1.Change </a:t>
            </a:r>
            <a:r>
              <a:rPr lang="en-US" altLang="zh-TW" dirty="0" err="1" smtClean="0"/>
              <a:t>tftp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ip</a:t>
            </a:r>
            <a:r>
              <a:rPr lang="en-US" altLang="zh-TW" dirty="0" smtClean="0"/>
              <a:t> to an </a:t>
            </a:r>
            <a:r>
              <a:rPr lang="en-US" altLang="zh-TW" dirty="0" err="1" smtClean="0"/>
              <a:t>oxe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cpu</a:t>
            </a:r>
            <a:endParaRPr lang="en-US" altLang="zh-TW" dirty="0" smtClean="0"/>
          </a:p>
          <a:p>
            <a:r>
              <a:rPr lang="en-US" altLang="zh-TW" dirty="0" smtClean="0"/>
              <a:t>2.Reboot</a:t>
            </a:r>
          </a:p>
          <a:p>
            <a:r>
              <a:rPr lang="en-US" altLang="zh-TW" dirty="0" smtClean="0"/>
              <a:t>3.Change system info&gt;run mode&gt;</a:t>
            </a:r>
            <a:r>
              <a:rPr lang="en-US" altLang="zh-TW" dirty="0" err="1" smtClean="0"/>
              <a:t>noe</a:t>
            </a:r>
            <a:r>
              <a:rPr lang="en-US" altLang="zh-TW" dirty="0" smtClean="0"/>
              <a:t> mode to sip mode</a:t>
            </a:r>
          </a:p>
          <a:p>
            <a:r>
              <a:rPr lang="en-US" altLang="zh-TW" dirty="0" smtClean="0"/>
              <a:t>4.Reboot and wait</a:t>
            </a:r>
          </a:p>
          <a:p>
            <a:r>
              <a:rPr lang="en-US" altLang="zh-TW" dirty="0" smtClean="0"/>
              <a:t>5.Change DM </a:t>
            </a:r>
            <a:r>
              <a:rPr lang="en-US" altLang="zh-TW" dirty="0" err="1" smtClean="0"/>
              <a:t>ip</a:t>
            </a:r>
            <a:r>
              <a:rPr lang="en-US" altLang="zh-TW" dirty="0" smtClean="0"/>
              <a:t> address to </a:t>
            </a:r>
            <a:r>
              <a:rPr lang="en-US" altLang="zh-TW" dirty="0" smtClean="0"/>
              <a:t> </a:t>
            </a:r>
            <a:r>
              <a:rPr lang="en-US" altLang="zh-TW" dirty="0" smtClean="0">
                <a:hlinkClick r:id="rId2"/>
              </a:rPr>
              <a:t>http://xxx.xxx.xxx.xxx</a:t>
            </a:r>
            <a:endParaRPr lang="en-US" altLang="zh-TW" dirty="0" smtClean="0"/>
          </a:p>
          <a:p>
            <a:r>
              <a:rPr lang="en-US" altLang="zh-TW" dirty="0" smtClean="0"/>
              <a:t>6.Reboot</a:t>
            </a:r>
          </a:p>
          <a:p>
            <a:r>
              <a:rPr lang="en-US" altLang="zh-TW" dirty="0" smtClean="0"/>
              <a:t>7.ale300 will login in a sip server by a xml file </a:t>
            </a:r>
            <a:r>
              <a:rPr lang="en-US" altLang="zh-TW" dirty="0" smtClean="0"/>
              <a:t>that </a:t>
            </a:r>
            <a:r>
              <a:rPr lang="en-US" altLang="zh-TW" dirty="0" smtClean="0"/>
              <a:t>is put on http server</a:t>
            </a:r>
          </a:p>
        </p:txBody>
      </p:sp>
    </p:spTree>
    <p:extLst>
      <p:ext uri="{BB962C8B-B14F-4D97-AF65-F5344CB8AC3E}">
        <p14:creationId xmlns:p14="http://schemas.microsoft.com/office/powerpoint/2010/main" val="3204476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99616" y="1033272"/>
            <a:ext cx="1920240" cy="107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ALE300(Noe mode)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721096" y="1033272"/>
            <a:ext cx="1920240" cy="107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OXE CPU(</a:t>
            </a:r>
            <a:r>
              <a:rPr lang="en-US" altLang="zh-TW" dirty="0" err="1" smtClean="0"/>
              <a:t>tftp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2" idx="3"/>
            <a:endCxn id="4" idx="1"/>
          </p:cNvCxnSpPr>
          <p:nvPr/>
        </p:nvCxnSpPr>
        <p:spPr>
          <a:xfrm>
            <a:off x="3419856" y="1572768"/>
            <a:ext cx="2301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3716911" y="926437"/>
            <a:ext cx="1862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Change sip mode</a:t>
            </a:r>
          </a:p>
          <a:p>
            <a:r>
              <a:rPr lang="en-US" altLang="zh-TW" dirty="0" smtClean="0"/>
              <a:t>&amp;get sip firmware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99616" y="2959608"/>
            <a:ext cx="1920240" cy="107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ALE300(SIP mode)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5721096" y="2959608"/>
            <a:ext cx="1920240" cy="107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HTTP Server</a:t>
            </a:r>
            <a:endParaRPr lang="zh-TW" altLang="en-US" dirty="0"/>
          </a:p>
        </p:txBody>
      </p:sp>
      <p:cxnSp>
        <p:nvCxnSpPr>
          <p:cNvPr id="10" name="直線單箭頭接點 9"/>
          <p:cNvCxnSpPr>
            <a:stCxn id="8" idx="3"/>
            <a:endCxn id="9" idx="1"/>
          </p:cNvCxnSpPr>
          <p:nvPr/>
        </p:nvCxnSpPr>
        <p:spPr>
          <a:xfrm>
            <a:off x="3419856" y="3499104"/>
            <a:ext cx="2301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755191" y="2799356"/>
            <a:ext cx="1580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Get ale300 sip </a:t>
            </a:r>
          </a:p>
          <a:p>
            <a:r>
              <a:rPr lang="en-US" altLang="zh-TW" dirty="0" smtClean="0"/>
              <a:t>parameter xml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308672" y="1249602"/>
            <a:ext cx="770319" cy="7712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6" name="橢圓 15"/>
          <p:cNvSpPr/>
          <p:nvPr/>
        </p:nvSpPr>
        <p:spPr>
          <a:xfrm>
            <a:off x="343761" y="3122521"/>
            <a:ext cx="770319" cy="7712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149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51" y="444478"/>
            <a:ext cx="2360596" cy="287535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758" y="491390"/>
            <a:ext cx="2248150" cy="27815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989" y="551421"/>
            <a:ext cx="2140033" cy="26614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544" y="3649014"/>
            <a:ext cx="2331603" cy="29115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758" y="3649014"/>
            <a:ext cx="2399407" cy="3000893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845552" y="453542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://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824728" y="6236208"/>
            <a:ext cx="411480" cy="324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860792" y="4557900"/>
            <a:ext cx="411480" cy="324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>
            <a:stCxn id="8" idx="0"/>
            <a:endCxn id="7" idx="2"/>
          </p:cNvCxnSpPr>
          <p:nvPr/>
        </p:nvCxnSpPr>
        <p:spPr>
          <a:xfrm flipV="1">
            <a:off x="6030468" y="4904756"/>
            <a:ext cx="2028444" cy="13314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48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5854"/>
            <a:ext cx="11259573" cy="2866563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335024" y="2971800"/>
            <a:ext cx="1255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</a:rPr>
              <a:t>ALE 300 </a:t>
            </a:r>
          </a:p>
          <a:p>
            <a:r>
              <a:rPr lang="en-US" altLang="zh-TW" sz="2400" b="1" dirty="0" smtClean="0">
                <a:solidFill>
                  <a:srgbClr val="FF0000"/>
                </a:solidFill>
              </a:rPr>
              <a:t>MAC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65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3958"/>
            <a:ext cx="9536722" cy="633773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97280" y="3931920"/>
            <a:ext cx="905256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1097280" y="2164080"/>
            <a:ext cx="905256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097280" y="4328160"/>
            <a:ext cx="905256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61288" y="4581144"/>
            <a:ext cx="8988552" cy="2346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04" y="216773"/>
            <a:ext cx="7335274" cy="31436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97280" y="2865120"/>
            <a:ext cx="905256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84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518"/>
            <a:ext cx="12192000" cy="529352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38328" y="2581656"/>
            <a:ext cx="9034272" cy="225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972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455" y="973055"/>
            <a:ext cx="7011378" cy="2667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455" y="1563592"/>
            <a:ext cx="7049484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7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249" y="4595194"/>
            <a:ext cx="6763694" cy="66684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87168" y="4815839"/>
            <a:ext cx="5879592" cy="213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1946409" y="1170432"/>
            <a:ext cx="75493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7200" b="1" dirty="0" smtClean="0"/>
              <a:t> ALE300 </a:t>
            </a:r>
          </a:p>
          <a:p>
            <a:r>
              <a:rPr lang="en-US" altLang="zh-TW" sz="7200" b="1" dirty="0" smtClean="0"/>
              <a:t>Enable Conference </a:t>
            </a:r>
            <a:endParaRPr lang="zh-TW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508246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90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102</Words>
  <Application>Microsoft Office PowerPoint</Application>
  <PresentationFormat>寬螢幕</PresentationFormat>
  <Paragraphs>36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ABST2709</dc:creator>
  <cp:lastModifiedBy>ABST2709</cp:lastModifiedBy>
  <cp:revision>15</cp:revision>
  <dcterms:created xsi:type="dcterms:W3CDTF">2025-09-17T04:23:30Z</dcterms:created>
  <dcterms:modified xsi:type="dcterms:W3CDTF">2025-09-18T07:04:04Z</dcterms:modified>
</cp:coreProperties>
</file>