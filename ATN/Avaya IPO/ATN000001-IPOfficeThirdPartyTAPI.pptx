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9" r:id="rId5"/>
    <p:sldId id="260" r:id="rId6"/>
    <p:sldId id="261" r:id="rId7"/>
    <p:sldId id="25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9D6668-19B8-2EF5-B59C-798D408A7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2ADD337-E7C8-E542-6B58-1E3FF797E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2822B3-FB7F-F258-1B64-C2BDC406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AACDF0-F1B4-6DAC-0B17-EF69A284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963FF9-BF4D-1975-D9D3-9E5C20EC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782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016A7A-8D04-5E03-15BE-1098534F5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B58813-AF3A-A6AE-A1D0-3983B03B6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A8ADC8-7C16-2B63-AF7C-B9A76017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A2E4A2-1022-7B70-2D40-5F132237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FBDA21-348C-EAA4-BE3E-1D598DD2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6953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D318C6-E552-E5F9-4A8C-5B7EE3CD3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83E277-38A0-9001-C709-E890E900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C87621-2E70-405F-54E8-543DCB2E7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4283EE-AD10-A0C2-614F-D8E83046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1823EE-CE07-2D0C-0784-F2D44937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01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B8869A-E86E-42F6-860B-FC2F2F5E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3C778A-10FB-45B7-ECA1-ECCADF31E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4BADE71-95DE-E3AD-2105-75E2C0915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0C5EF2-C0BD-C556-F1C9-2AAE9D64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5E494B-F09D-66E9-0506-8A7C45C3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801707F-5CA4-26CD-AD01-6DF5F084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454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C07DB4-C733-56B6-959A-3A247217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8A589C-0FEE-4D22-8962-81FF3A0F0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473A77-194C-DAB8-51C0-20DCFA2F1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5DFD97D-8FE0-BE9E-A12A-36A90F64B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896BF1A-D0E0-9D7D-6443-8C3A3D7A8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88A085F-F967-B209-45B3-2BAB92F35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328D7C3-43A7-A626-A60D-D1D0CDCE8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B5AE12F-9068-6A1F-CAD7-76A1D8C0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427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76E5FB-E3EB-E2B8-BB9C-79418B61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73FE23B-B6BA-7E08-31FD-EE314CAC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33D1CCC-8479-274F-C52B-A4101CE53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92E0F53-9232-8100-D79C-35301B0E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79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BC58A9-D5BF-2549-8871-C7417D63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2B6FD5F-5D6D-34C5-4BC5-C6C3AEDF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B088CA-46C5-FD6B-370C-CD710DA7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371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69DA0A-FB9F-2883-44E6-F9B2F908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189A1B-7390-606C-02CB-C120972E4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D1ECFA-B02F-151F-524D-BF984F097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89D98F-D8D9-1508-B58B-4ECC7CBD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6E055E-A4B4-7189-C73F-7932527D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AC430B-BF42-5463-1EB1-0FFE66BF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47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260C9-C94A-C313-5D6D-41BE1D166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F999244-4432-94BB-E8DB-BBA20A58D51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0BDB378-18A8-56B7-2197-AF53E70B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71D0AB-5890-379C-2AB1-8829F730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A463BE-AF33-F291-29DF-9793C359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E83D9C-C1A5-5535-004F-CBBB6C18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00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C137BC-F1AC-45C3-DD1B-8ADDFBA4B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ED21831-3C5C-5C94-808F-4EC2448F3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40C639-2D57-FB95-C01D-EB9FD112E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68C1E-9E0E-CA9C-FE25-77E863AD9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3CB745-6921-D0A6-6D19-1D31ED49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4740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B6DB43-3CB0-274B-B61D-957C03879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9546478-E16A-EB4A-249E-2ADCA719C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FB24D3-0398-B894-6F1D-CFED5A3A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2C58E9-B213-F0CE-ABC2-30D7A34C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356465-FADF-667E-90A0-CE7BCAE4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163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E7CADB6-1D3D-C53C-974F-EC7935F23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A4C7E9-4610-6222-C882-6BAD6A409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DAAF16-8843-EBB7-0326-FEF85F14A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84328-1E40-4FA0-9C90-AEE614EFDB6A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854C15-275E-0295-A731-3D6177D89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7848B0-5A6B-EF7E-AF5B-CB67ABF46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2588B-C7D6-4BD1-85A5-47DA57F8B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47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5C1D4C2-0A64-31B3-7ED8-A4AD350495BF}"/>
              </a:ext>
            </a:extLst>
          </p:cNvPr>
          <p:cNvSpPr txBox="1"/>
          <p:nvPr/>
        </p:nvSpPr>
        <p:spPr>
          <a:xfrm>
            <a:off x="2854036" y="646546"/>
            <a:ext cx="60590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Avaya </a:t>
            </a:r>
            <a:r>
              <a:rPr lang="en-US" altLang="zh-CN" sz="3200" dirty="0" err="1"/>
              <a:t>IPOffice</a:t>
            </a:r>
            <a:r>
              <a:rPr lang="en-US" altLang="zh-CN" sz="3200" dirty="0"/>
              <a:t> TAPI configuration with </a:t>
            </a:r>
            <a:r>
              <a:rPr lang="en-US" altLang="zh-CN" sz="3200" dirty="0" err="1"/>
              <a:t>unisoon</a:t>
            </a:r>
            <a:endParaRPr lang="zh-TW" altLang="en-US" sz="3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D53D4B-8BA8-758F-3371-49E9ADBAFA16}"/>
              </a:ext>
            </a:extLst>
          </p:cNvPr>
          <p:cNvSpPr/>
          <p:nvPr/>
        </p:nvSpPr>
        <p:spPr>
          <a:xfrm>
            <a:off x="1274618" y="2586182"/>
            <a:ext cx="1791854" cy="1077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Unisoon</a:t>
            </a:r>
            <a:r>
              <a:rPr lang="en-US" altLang="zh-CN" dirty="0"/>
              <a:t> agent client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83348A-EF41-DEA1-54BC-FEC6510B3451}"/>
              </a:ext>
            </a:extLst>
          </p:cNvPr>
          <p:cNvSpPr/>
          <p:nvPr/>
        </p:nvSpPr>
        <p:spPr>
          <a:xfrm>
            <a:off x="4595091" y="2586182"/>
            <a:ext cx="1791854" cy="1077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Avaya Tapi Driver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D1CBC5-403D-2CE5-52EB-7535242B522F}"/>
              </a:ext>
            </a:extLst>
          </p:cNvPr>
          <p:cNvSpPr/>
          <p:nvPr/>
        </p:nvSpPr>
        <p:spPr>
          <a:xfrm>
            <a:off x="7915564" y="2586182"/>
            <a:ext cx="1791854" cy="1077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Avaya </a:t>
            </a:r>
            <a:r>
              <a:rPr lang="en-US" altLang="zh-CN" dirty="0" err="1"/>
              <a:t>IPoffice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1554A20-5F29-05BF-FFC4-50EEC9265C98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066472" y="3124791"/>
            <a:ext cx="15286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97F8F1F-152B-BA3C-5D16-F6216FDC12CE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6386945" y="3124791"/>
            <a:ext cx="15286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087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C426F-1535-4A55-C967-5DFBDDE2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E5713E43-2AB4-3960-996E-1820C8D4E835}"/>
              </a:ext>
            </a:extLst>
          </p:cNvPr>
          <p:cNvGrpSpPr/>
          <p:nvPr/>
        </p:nvGrpSpPr>
        <p:grpSpPr>
          <a:xfrm>
            <a:off x="2475995" y="671127"/>
            <a:ext cx="7240010" cy="5515745"/>
            <a:chOff x="2475995" y="671127"/>
            <a:chExt cx="7240010" cy="5515745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4AA5A489-A663-8156-71F9-8A5114619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5995" y="671127"/>
              <a:ext cx="7240010" cy="5515745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0DD5ABA-2BAB-AD8E-E91E-A52B989741FE}"/>
                </a:ext>
              </a:extLst>
            </p:cNvPr>
            <p:cNvSpPr/>
            <p:nvPr/>
          </p:nvSpPr>
          <p:spPr>
            <a:xfrm>
              <a:off x="3121891" y="4368800"/>
              <a:ext cx="5791200" cy="20319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068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BB91-7A77-A836-86C1-296B384F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E3B814C0-356B-765C-C2E1-6B20BB054F6B}"/>
              </a:ext>
            </a:extLst>
          </p:cNvPr>
          <p:cNvGrpSpPr/>
          <p:nvPr/>
        </p:nvGrpSpPr>
        <p:grpSpPr>
          <a:xfrm>
            <a:off x="152948" y="1009142"/>
            <a:ext cx="11886104" cy="4839716"/>
            <a:chOff x="152948" y="1009142"/>
            <a:chExt cx="11886104" cy="4839716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50164B4C-B93D-BC47-5CA8-9111DB9C41DB}"/>
                </a:ext>
              </a:extLst>
            </p:cNvPr>
            <p:cNvGrpSpPr/>
            <p:nvPr/>
          </p:nvGrpSpPr>
          <p:grpSpPr>
            <a:xfrm>
              <a:off x="152948" y="1009142"/>
              <a:ext cx="11886104" cy="4839716"/>
              <a:chOff x="152948" y="1009142"/>
              <a:chExt cx="11886104" cy="4839716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2E052D3A-9DE1-F9DA-D15A-FC50193189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2948" y="1009142"/>
                <a:ext cx="11886104" cy="4839716"/>
              </a:xfrm>
              <a:prstGeom prst="rect">
                <a:avLst/>
              </a:prstGeom>
            </p:spPr>
          </p:pic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069D96A-3714-98EF-1BCC-8D780BA1B0FC}"/>
                  </a:ext>
                </a:extLst>
              </p:cNvPr>
              <p:cNvSpPr/>
              <p:nvPr/>
            </p:nvSpPr>
            <p:spPr>
              <a:xfrm>
                <a:off x="7259782" y="1865746"/>
                <a:ext cx="2974109" cy="18472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089061A-1664-217A-C869-BF0792F98B2E}"/>
                </a:ext>
              </a:extLst>
            </p:cNvPr>
            <p:cNvSpPr/>
            <p:nvPr/>
          </p:nvSpPr>
          <p:spPr>
            <a:xfrm>
              <a:off x="9139382" y="2685406"/>
              <a:ext cx="1094509" cy="11321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604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670B96B-D38E-8CCB-5BFC-3CA370EC87DA}"/>
              </a:ext>
            </a:extLst>
          </p:cNvPr>
          <p:cNvSpPr txBox="1"/>
          <p:nvPr/>
        </p:nvSpPr>
        <p:spPr>
          <a:xfrm>
            <a:off x="3375404" y="2456872"/>
            <a:ext cx="56557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以下操作由</a:t>
            </a:r>
            <a:r>
              <a:rPr lang="en-US" altLang="zh-CN" sz="4000" b="1" dirty="0" err="1"/>
              <a:t>unisoon</a:t>
            </a:r>
            <a:r>
              <a:rPr lang="zh-CN" altLang="en-US" sz="4000" b="1" dirty="0"/>
              <a:t>操作</a:t>
            </a:r>
            <a:endParaRPr lang="zh-TW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54028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5720-BF6A-1EA6-8FC4-B06444D6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331B6503-F52D-AF7F-8ED8-484A25A3F97D}"/>
              </a:ext>
            </a:extLst>
          </p:cNvPr>
          <p:cNvGrpSpPr/>
          <p:nvPr/>
        </p:nvGrpSpPr>
        <p:grpSpPr>
          <a:xfrm>
            <a:off x="203200" y="398147"/>
            <a:ext cx="12192000" cy="6061705"/>
            <a:chOff x="203200" y="398147"/>
            <a:chExt cx="12192000" cy="6061705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3503EAFE-2AC5-A4B3-8244-0E548A8C6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200" y="398147"/>
              <a:ext cx="12192000" cy="6061705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F847247-F6D8-9BBE-4B17-03DC761076DE}"/>
                </a:ext>
              </a:extLst>
            </p:cNvPr>
            <p:cNvSpPr/>
            <p:nvPr/>
          </p:nvSpPr>
          <p:spPr>
            <a:xfrm>
              <a:off x="2161310" y="544946"/>
              <a:ext cx="2974109" cy="1847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F480B1F-F8E2-F400-2C81-F4EE723B5DA1}"/>
                </a:ext>
              </a:extLst>
            </p:cNvPr>
            <p:cNvSpPr/>
            <p:nvPr/>
          </p:nvSpPr>
          <p:spPr>
            <a:xfrm>
              <a:off x="7264400" y="1768763"/>
              <a:ext cx="992909" cy="2262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40CDCD4-A783-8C44-ACEC-69117DCE2015}"/>
                </a:ext>
              </a:extLst>
            </p:cNvPr>
            <p:cNvSpPr/>
            <p:nvPr/>
          </p:nvSpPr>
          <p:spPr>
            <a:xfrm>
              <a:off x="8146473" y="4562762"/>
              <a:ext cx="3232727" cy="83127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63531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4E40-5060-46B2-59AE-23522235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EF4A9BFA-D8B0-CBBC-E381-35D786D012F1}"/>
              </a:ext>
            </a:extLst>
          </p:cNvPr>
          <p:cNvGrpSpPr/>
          <p:nvPr/>
        </p:nvGrpSpPr>
        <p:grpSpPr>
          <a:xfrm>
            <a:off x="3057101" y="2790736"/>
            <a:ext cx="6077798" cy="1276528"/>
            <a:chOff x="3057101" y="2790736"/>
            <a:chExt cx="6077798" cy="1276528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3A6CE120-5C19-CF13-EE73-DDE37B4F7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7101" y="2790736"/>
              <a:ext cx="6077798" cy="1276528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90154A1-CF74-D6D6-0B71-816649BE184B}"/>
                </a:ext>
              </a:extLst>
            </p:cNvPr>
            <p:cNvSpPr/>
            <p:nvPr/>
          </p:nvSpPr>
          <p:spPr>
            <a:xfrm>
              <a:off x="6410037" y="3651627"/>
              <a:ext cx="2068946" cy="3200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99998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FEDA7-0D1F-1756-5211-2227EBB9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21853033-5501-A8CB-3BC8-F9AF34E419C7}"/>
              </a:ext>
            </a:extLst>
          </p:cNvPr>
          <p:cNvGrpSpPr/>
          <p:nvPr/>
        </p:nvGrpSpPr>
        <p:grpSpPr>
          <a:xfrm>
            <a:off x="2361350" y="819327"/>
            <a:ext cx="5973009" cy="3667637"/>
            <a:chOff x="2361350" y="819327"/>
            <a:chExt cx="5973009" cy="3667637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58C32F7F-8287-C70D-8614-56A0D1027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1350" y="819327"/>
              <a:ext cx="5973009" cy="3667637"/>
            </a:xfrm>
            <a:prstGeom prst="rect">
              <a:avLst/>
            </a:prstGeom>
          </p:spPr>
        </p:pic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028E898D-550A-27B1-077D-B0F49F3B338D}"/>
                </a:ext>
              </a:extLst>
            </p:cNvPr>
            <p:cNvSpPr txBox="1"/>
            <p:nvPr/>
          </p:nvSpPr>
          <p:spPr>
            <a:xfrm>
              <a:off x="4239492" y="2052980"/>
              <a:ext cx="128432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FF0000"/>
                  </a:solidFill>
                </a:rPr>
                <a:t>IPO</a:t>
              </a:r>
              <a:r>
                <a:rPr lang="zh-CN" altLang="en-US" sz="2400" dirty="0">
                  <a:solidFill>
                    <a:srgbClr val="FF0000"/>
                  </a:solidFill>
                </a:rPr>
                <a:t>賬號</a:t>
              </a:r>
              <a:br>
                <a:rPr lang="en-US" altLang="zh-CN" sz="2400" dirty="0">
                  <a:solidFill>
                    <a:srgbClr val="FF0000"/>
                  </a:solidFill>
                </a:rPr>
              </a:br>
              <a:r>
                <a:rPr lang="en-US" altLang="zh-CN" sz="2400" dirty="0">
                  <a:solidFill>
                    <a:srgbClr val="FF0000"/>
                  </a:solidFill>
                </a:rPr>
                <a:t>IPO</a:t>
              </a:r>
              <a:r>
                <a:rPr lang="zh-CN" altLang="en-US" sz="2400" dirty="0">
                  <a:solidFill>
                    <a:srgbClr val="FF0000"/>
                  </a:solidFill>
                </a:rPr>
                <a:t>密碼</a:t>
              </a:r>
              <a:br>
                <a:rPr lang="en-US" altLang="zh-CN" sz="2400" dirty="0">
                  <a:solidFill>
                    <a:srgbClr val="FF0000"/>
                  </a:solidFill>
                </a:rPr>
              </a:br>
              <a:r>
                <a:rPr lang="en-US" altLang="zh-CN" sz="2400" dirty="0">
                  <a:solidFill>
                    <a:srgbClr val="FF0000"/>
                  </a:solidFill>
                </a:rPr>
                <a:t>IPO IP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D5936D4-B149-4ABF-4664-013E8ADD5C46}"/>
                </a:ext>
              </a:extLst>
            </p:cNvPr>
            <p:cNvSpPr/>
            <p:nvPr/>
          </p:nvSpPr>
          <p:spPr>
            <a:xfrm>
              <a:off x="5920510" y="3743990"/>
              <a:ext cx="831272" cy="3477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93081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AC7F403-7695-D3A0-E7E6-BD76C4EC2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283" y="2216588"/>
            <a:ext cx="3877216" cy="1981477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903739B-2333-309C-D8F3-8C8C99A5AD3E}"/>
              </a:ext>
            </a:extLst>
          </p:cNvPr>
          <p:cNvSpPr txBox="1"/>
          <p:nvPr/>
        </p:nvSpPr>
        <p:spPr>
          <a:xfrm>
            <a:off x="5263881" y="1126836"/>
            <a:ext cx="1664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WIN+</a:t>
            </a:r>
            <a:r>
              <a:rPr lang="en-US" altLang="zh-CN" sz="3600" dirty="0">
                <a:solidFill>
                  <a:srgbClr val="FF0000"/>
                </a:solidFill>
              </a:rPr>
              <a:t>R 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762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FD832E2D-2D30-BECA-BE7E-CF9102116C5F}"/>
              </a:ext>
            </a:extLst>
          </p:cNvPr>
          <p:cNvGrpSpPr/>
          <p:nvPr/>
        </p:nvGrpSpPr>
        <p:grpSpPr>
          <a:xfrm>
            <a:off x="2891388" y="752434"/>
            <a:ext cx="4525006" cy="4725059"/>
            <a:chOff x="2891388" y="752434"/>
            <a:chExt cx="4525006" cy="4725059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3480710A-233C-1899-88FE-F5B4D0177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91388" y="752434"/>
              <a:ext cx="4525006" cy="4725059"/>
            </a:xfrm>
            <a:prstGeom prst="rect">
              <a:avLst/>
            </a:prstGeom>
          </p:spPr>
        </p:pic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E1111934-6857-B119-A540-4F5A9BF64A65}"/>
                </a:ext>
              </a:extLst>
            </p:cNvPr>
            <p:cNvSpPr txBox="1"/>
            <p:nvPr/>
          </p:nvSpPr>
          <p:spPr>
            <a:xfrm>
              <a:off x="3860800" y="2521528"/>
              <a:ext cx="28909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台北</a:t>
              </a:r>
              <a:r>
                <a:rPr lang="en-US" altLang="zh-CN" dirty="0">
                  <a:solidFill>
                    <a:srgbClr val="FF0000"/>
                  </a:solidFill>
                </a:rPr>
                <a:t>02</a:t>
              </a:r>
              <a:r>
                <a:rPr lang="zh-CN" altLang="en-US" dirty="0">
                  <a:solidFill>
                    <a:srgbClr val="FF0000"/>
                  </a:solidFill>
                </a:rPr>
                <a:t>，桃園</a:t>
              </a:r>
              <a:r>
                <a:rPr lang="en-US" altLang="zh-CN" dirty="0">
                  <a:solidFill>
                    <a:srgbClr val="FF0000"/>
                  </a:solidFill>
                </a:rPr>
                <a:t>03…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B3534515-C8A9-952D-7140-A5A1A1ECCE68}"/>
                </a:ext>
              </a:extLst>
            </p:cNvPr>
            <p:cNvSpPr txBox="1"/>
            <p:nvPr/>
          </p:nvSpPr>
          <p:spPr>
            <a:xfrm>
              <a:off x="3860800" y="3114963"/>
              <a:ext cx="28909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留空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795ACF2B-1997-61AC-AC75-B47EB9D1CBB0}"/>
                </a:ext>
              </a:extLst>
            </p:cNvPr>
            <p:cNvSpPr txBox="1"/>
            <p:nvPr/>
          </p:nvSpPr>
          <p:spPr>
            <a:xfrm>
              <a:off x="3860800" y="3732749"/>
              <a:ext cx="28909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留空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40EE8CD-2452-A032-B97C-2A87F04FFF4B}"/>
                </a:ext>
              </a:extLst>
            </p:cNvPr>
            <p:cNvSpPr/>
            <p:nvPr/>
          </p:nvSpPr>
          <p:spPr>
            <a:xfrm>
              <a:off x="5375564" y="4963190"/>
              <a:ext cx="831272" cy="3477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14974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83C15-3275-45C3-9629-95EF30D9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E0252726-CBF9-F26F-856C-1290AD2465E5}"/>
              </a:ext>
            </a:extLst>
          </p:cNvPr>
          <p:cNvGrpSpPr/>
          <p:nvPr/>
        </p:nvGrpSpPr>
        <p:grpSpPr>
          <a:xfrm>
            <a:off x="3900181" y="933101"/>
            <a:ext cx="4391638" cy="4991797"/>
            <a:chOff x="3900181" y="933101"/>
            <a:chExt cx="4391638" cy="4991797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69A5CE70-5428-146D-343C-85AFF97E8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0181" y="933101"/>
              <a:ext cx="4391638" cy="4991797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B4A37C0-4297-5A10-DC25-F6358F9DF72E}"/>
                </a:ext>
              </a:extLst>
            </p:cNvPr>
            <p:cNvSpPr/>
            <p:nvPr/>
          </p:nvSpPr>
          <p:spPr>
            <a:xfrm>
              <a:off x="7278255" y="5009371"/>
              <a:ext cx="831272" cy="3477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18866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FF449-98EE-A57B-5E28-FF6F40012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CF066C57-773D-4418-F050-384B6233F58E}"/>
              </a:ext>
            </a:extLst>
          </p:cNvPr>
          <p:cNvGrpSpPr/>
          <p:nvPr/>
        </p:nvGrpSpPr>
        <p:grpSpPr>
          <a:xfrm>
            <a:off x="406400" y="535709"/>
            <a:ext cx="3482732" cy="4664200"/>
            <a:chOff x="290939" y="203179"/>
            <a:chExt cx="4096957" cy="5153744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8B6477B5-92E7-C838-5A13-9D68AFC8D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0939" y="203179"/>
              <a:ext cx="4096957" cy="5153744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4A411AE-43DF-81DF-BE3C-9430DB113E67}"/>
                </a:ext>
              </a:extLst>
            </p:cNvPr>
            <p:cNvSpPr/>
            <p:nvPr/>
          </p:nvSpPr>
          <p:spPr>
            <a:xfrm>
              <a:off x="414780" y="2367677"/>
              <a:ext cx="1134929" cy="41237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6C7A0CF-B949-FF5D-FD1C-8E9B9F7D1150}"/>
                </a:ext>
              </a:extLst>
            </p:cNvPr>
            <p:cNvSpPr/>
            <p:nvPr/>
          </p:nvSpPr>
          <p:spPr>
            <a:xfrm>
              <a:off x="1506983" y="2780051"/>
              <a:ext cx="1134929" cy="41237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DD3C6DBF-CE03-EAFA-4D97-2087B3BC588F}"/>
              </a:ext>
            </a:extLst>
          </p:cNvPr>
          <p:cNvGrpSpPr/>
          <p:nvPr/>
        </p:nvGrpSpPr>
        <p:grpSpPr>
          <a:xfrm>
            <a:off x="4184073" y="535709"/>
            <a:ext cx="7716988" cy="4664200"/>
            <a:chOff x="152948" y="1009142"/>
            <a:chExt cx="11886104" cy="4839716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D7FF7DC5-3FE2-7E9B-BDE4-6EE2F66B5831}"/>
                </a:ext>
              </a:extLst>
            </p:cNvPr>
            <p:cNvGrpSpPr/>
            <p:nvPr/>
          </p:nvGrpSpPr>
          <p:grpSpPr>
            <a:xfrm>
              <a:off x="152948" y="1009142"/>
              <a:ext cx="11886104" cy="4839716"/>
              <a:chOff x="152948" y="1009142"/>
              <a:chExt cx="11886104" cy="4839716"/>
            </a:xfrm>
          </p:grpSpPr>
          <p:pic>
            <p:nvPicPr>
              <p:cNvPr id="12" name="圖片 11">
                <a:extLst>
                  <a:ext uri="{FF2B5EF4-FFF2-40B4-BE49-F238E27FC236}">
                    <a16:creationId xmlns:a16="http://schemas.microsoft.com/office/drawing/2014/main" id="{CCA214C5-8603-D585-A439-104EF7A21D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948" y="1009142"/>
                <a:ext cx="11886104" cy="4839716"/>
              </a:xfrm>
              <a:prstGeom prst="rect">
                <a:avLst/>
              </a:prstGeom>
            </p:spPr>
          </p:pic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2A2BF60-2DED-01C3-832F-3515007BB302}"/>
                  </a:ext>
                </a:extLst>
              </p:cNvPr>
              <p:cNvSpPr/>
              <p:nvPr/>
            </p:nvSpPr>
            <p:spPr>
              <a:xfrm>
                <a:off x="7259782" y="1865746"/>
                <a:ext cx="2974109" cy="18472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A4DF4B5-8B36-81B3-D1FB-4925CAEA65E3}"/>
                </a:ext>
              </a:extLst>
            </p:cNvPr>
            <p:cNvSpPr/>
            <p:nvPr/>
          </p:nvSpPr>
          <p:spPr>
            <a:xfrm>
              <a:off x="9139382" y="2685406"/>
              <a:ext cx="1094509" cy="11321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3EB243BB-B186-A5E3-3BAF-61E16BEE0509}"/>
              </a:ext>
            </a:extLst>
          </p:cNvPr>
          <p:cNvCxnSpPr>
            <a:stCxn id="13" idx="1"/>
            <a:endCxn id="7" idx="3"/>
          </p:cNvCxnSpPr>
          <p:nvPr/>
        </p:nvCxnSpPr>
        <p:spPr>
          <a:xfrm flipH="1">
            <a:off x="2404910" y="1450263"/>
            <a:ext cx="6393236" cy="16041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113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51F5-FF6F-2B11-328C-681F2CFBC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788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0DFC-D67F-F2D7-6605-476B74A1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961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799C5-0DCF-55C1-C7CD-35C3584E3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454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40</Words>
  <Application>Microsoft Office PowerPoint</Application>
  <PresentationFormat>寬螢幕</PresentationFormat>
  <Paragraphs>10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Kallen Lu</dc:creator>
  <cp:lastModifiedBy>Kallen Lu</cp:lastModifiedBy>
  <cp:revision>3</cp:revision>
  <dcterms:created xsi:type="dcterms:W3CDTF">2026-10-15T04:11:06Z</dcterms:created>
  <dcterms:modified xsi:type="dcterms:W3CDTF">2026-10-16T06:38:42Z</dcterms:modified>
</cp:coreProperties>
</file>