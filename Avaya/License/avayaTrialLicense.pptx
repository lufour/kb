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69" r:id="rId15"/>
    <p:sldId id="270" r:id="rId16"/>
    <p:sldId id="267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6" name="组合 5"/>
          <p:cNvGrpSpPr/>
          <p:nvPr/>
        </p:nvGrpSpPr>
        <p:grpSpPr>
          <a:xfrm>
            <a:off x="857885" y="851535"/>
            <a:ext cx="10887710" cy="5017770"/>
            <a:chOff x="1351" y="1341"/>
            <a:chExt cx="17146" cy="7902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351" y="1341"/>
              <a:ext cx="17147" cy="7903"/>
            </a:xfrm>
            <a:prstGeom prst="rect">
              <a:avLst/>
            </a:prstGeom>
          </p:spPr>
        </p:pic>
        <p:sp>
          <p:nvSpPr>
            <p:cNvPr id="5" name="矩形 4"/>
            <p:cNvSpPr/>
            <p:nvPr/>
          </p:nvSpPr>
          <p:spPr>
            <a:xfrm>
              <a:off x="1478" y="2206"/>
              <a:ext cx="1313" cy="30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4090" y="648335"/>
            <a:ext cx="9140825" cy="498221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149350" y="3043555"/>
            <a:ext cx="1217295" cy="210820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" name="组合 2"/>
          <p:cNvGrpSpPr/>
          <p:nvPr/>
        </p:nvGrpSpPr>
        <p:grpSpPr>
          <a:xfrm>
            <a:off x="2418080" y="735965"/>
            <a:ext cx="6741160" cy="5121910"/>
            <a:chOff x="3808" y="1159"/>
            <a:chExt cx="10616" cy="8066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808" y="1159"/>
              <a:ext cx="10617" cy="8067"/>
            </a:xfrm>
            <a:prstGeom prst="rect">
              <a:avLst/>
            </a:prstGeom>
          </p:spPr>
        </p:pic>
        <p:sp>
          <p:nvSpPr>
            <p:cNvPr id="5" name="矩形 4"/>
            <p:cNvSpPr/>
            <p:nvPr/>
          </p:nvSpPr>
          <p:spPr>
            <a:xfrm>
              <a:off x="12120" y="5234"/>
              <a:ext cx="423" cy="39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" name="组合 2"/>
          <p:cNvGrpSpPr/>
          <p:nvPr/>
        </p:nvGrpSpPr>
        <p:grpSpPr>
          <a:xfrm>
            <a:off x="2338070" y="1385570"/>
            <a:ext cx="7514590" cy="4085590"/>
            <a:chOff x="3682" y="2182"/>
            <a:chExt cx="11834" cy="6434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682" y="2182"/>
              <a:ext cx="11835" cy="6435"/>
            </a:xfrm>
            <a:prstGeom prst="rect">
              <a:avLst/>
            </a:prstGeom>
          </p:spPr>
        </p:pic>
        <p:sp>
          <p:nvSpPr>
            <p:cNvPr id="5" name="矩形 4"/>
            <p:cNvSpPr/>
            <p:nvPr/>
          </p:nvSpPr>
          <p:spPr>
            <a:xfrm>
              <a:off x="7456" y="6411"/>
              <a:ext cx="2686" cy="678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" name="组合 2"/>
          <p:cNvGrpSpPr/>
          <p:nvPr/>
        </p:nvGrpSpPr>
        <p:grpSpPr>
          <a:xfrm>
            <a:off x="2011680" y="793750"/>
            <a:ext cx="7180580" cy="5269865"/>
            <a:chOff x="3168" y="1250"/>
            <a:chExt cx="11308" cy="8299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168" y="1250"/>
              <a:ext cx="11308" cy="8299"/>
            </a:xfrm>
            <a:prstGeom prst="rect">
              <a:avLst/>
            </a:prstGeom>
          </p:spPr>
        </p:pic>
        <p:sp>
          <p:nvSpPr>
            <p:cNvPr id="5" name="矩形 4"/>
            <p:cNvSpPr/>
            <p:nvPr/>
          </p:nvSpPr>
          <p:spPr>
            <a:xfrm>
              <a:off x="7288" y="6938"/>
              <a:ext cx="802" cy="499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" name="组合 2"/>
          <p:cNvGrpSpPr/>
          <p:nvPr/>
        </p:nvGrpSpPr>
        <p:grpSpPr>
          <a:xfrm>
            <a:off x="1750695" y="638175"/>
            <a:ext cx="7807960" cy="5260340"/>
            <a:chOff x="2757" y="1005"/>
            <a:chExt cx="12296" cy="8284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757" y="1005"/>
              <a:ext cx="12297" cy="8284"/>
            </a:xfrm>
            <a:prstGeom prst="rect">
              <a:avLst/>
            </a:prstGeom>
          </p:spPr>
        </p:pic>
        <p:sp>
          <p:nvSpPr>
            <p:cNvPr id="5" name="矩形 4"/>
            <p:cNvSpPr/>
            <p:nvPr/>
          </p:nvSpPr>
          <p:spPr>
            <a:xfrm>
              <a:off x="11012" y="6098"/>
              <a:ext cx="802" cy="499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" name="组合 2"/>
          <p:cNvGrpSpPr/>
          <p:nvPr/>
        </p:nvGrpSpPr>
        <p:grpSpPr>
          <a:xfrm>
            <a:off x="1866900" y="1847850"/>
            <a:ext cx="8458200" cy="3162300"/>
            <a:chOff x="2940" y="2910"/>
            <a:chExt cx="13320" cy="4980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940" y="2910"/>
              <a:ext cx="13320" cy="4980"/>
            </a:xfrm>
            <a:prstGeom prst="rect">
              <a:avLst/>
            </a:prstGeom>
          </p:spPr>
        </p:pic>
        <p:sp>
          <p:nvSpPr>
            <p:cNvPr id="5" name="矩形 4"/>
            <p:cNvSpPr/>
            <p:nvPr/>
          </p:nvSpPr>
          <p:spPr>
            <a:xfrm>
              <a:off x="3398" y="4694"/>
              <a:ext cx="9637" cy="499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" name="组合 2"/>
          <p:cNvGrpSpPr/>
          <p:nvPr/>
        </p:nvGrpSpPr>
        <p:grpSpPr>
          <a:xfrm>
            <a:off x="247650" y="1029335"/>
            <a:ext cx="11330940" cy="4799330"/>
            <a:chOff x="390" y="1621"/>
            <a:chExt cx="17844" cy="7558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90" y="1621"/>
              <a:ext cx="17844" cy="7559"/>
            </a:xfrm>
            <a:prstGeom prst="rect">
              <a:avLst/>
            </a:prstGeom>
          </p:spPr>
        </p:pic>
        <p:sp>
          <p:nvSpPr>
            <p:cNvPr id="5" name="矩形 4"/>
            <p:cNvSpPr/>
            <p:nvPr/>
          </p:nvSpPr>
          <p:spPr>
            <a:xfrm>
              <a:off x="16126" y="5304"/>
              <a:ext cx="1090" cy="499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760" y="1622425"/>
            <a:ext cx="10275570" cy="361378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127760" y="1884680"/>
            <a:ext cx="692150" cy="316865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" name="组合 6"/>
          <p:cNvGrpSpPr/>
          <p:nvPr/>
        </p:nvGrpSpPr>
        <p:grpSpPr>
          <a:xfrm>
            <a:off x="2609850" y="429260"/>
            <a:ext cx="6680200" cy="5869940"/>
            <a:chOff x="4217" y="676"/>
            <a:chExt cx="10520" cy="9244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217" y="676"/>
              <a:ext cx="10521" cy="9245"/>
            </a:xfrm>
            <a:prstGeom prst="rect">
              <a:avLst/>
            </a:prstGeom>
          </p:spPr>
        </p:pic>
        <p:sp>
          <p:nvSpPr>
            <p:cNvPr id="5" name="矩形 4"/>
            <p:cNvSpPr/>
            <p:nvPr/>
          </p:nvSpPr>
          <p:spPr>
            <a:xfrm>
              <a:off x="5958" y="3609"/>
              <a:ext cx="1090" cy="499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矩形 3"/>
            <p:cNvSpPr/>
            <p:nvPr/>
          </p:nvSpPr>
          <p:spPr>
            <a:xfrm>
              <a:off x="7608" y="7090"/>
              <a:ext cx="1090" cy="499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6" name="直接箭头连接符 5"/>
            <p:cNvCxnSpPr>
              <a:stCxn id="5" idx="2"/>
              <a:endCxn id="4" idx="0"/>
            </p:cNvCxnSpPr>
            <p:nvPr/>
          </p:nvCxnSpPr>
          <p:spPr>
            <a:xfrm>
              <a:off x="6503" y="4108"/>
              <a:ext cx="1650" cy="2982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" name="组合 2"/>
          <p:cNvGrpSpPr/>
          <p:nvPr/>
        </p:nvGrpSpPr>
        <p:grpSpPr>
          <a:xfrm>
            <a:off x="3586480" y="755015"/>
            <a:ext cx="4785360" cy="5524500"/>
            <a:chOff x="5648" y="1189"/>
            <a:chExt cx="7536" cy="8700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648" y="1189"/>
              <a:ext cx="7536" cy="8701"/>
            </a:xfrm>
            <a:prstGeom prst="rect">
              <a:avLst/>
            </a:prstGeom>
          </p:spPr>
        </p:pic>
        <p:sp>
          <p:nvSpPr>
            <p:cNvPr id="5" name="矩形 4"/>
            <p:cNvSpPr/>
            <p:nvPr/>
          </p:nvSpPr>
          <p:spPr>
            <a:xfrm>
              <a:off x="6078" y="8325"/>
              <a:ext cx="863" cy="513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6900" y="2493010"/>
            <a:ext cx="10680065" cy="404368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013710" y="1572895"/>
            <a:ext cx="65157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rgbClr val="FF0000"/>
                </a:solidFill>
              </a:rPr>
              <a:t>重複</a:t>
            </a:r>
            <a:r>
              <a:rPr lang="en-US" altLang="zh-CN" sz="2800" b="1">
                <a:solidFill>
                  <a:srgbClr val="FF0000"/>
                </a:solidFill>
              </a:rPr>
              <a:t>Find</a:t>
            </a:r>
            <a:r>
              <a:rPr lang="zh-CN" altLang="en-US" sz="2800" b="1">
                <a:solidFill>
                  <a:srgbClr val="FF0000"/>
                </a:solidFill>
              </a:rPr>
              <a:t>步驟，</a:t>
            </a:r>
            <a:r>
              <a:rPr lang="en-US" altLang="zh-CN" sz="2800" b="1">
                <a:solidFill>
                  <a:srgbClr val="FF0000"/>
                </a:solidFill>
              </a:rPr>
              <a:t>table</a:t>
            </a:r>
            <a:r>
              <a:rPr lang="zh-CN" altLang="en-US" sz="2800" b="1">
                <a:solidFill>
                  <a:srgbClr val="FF0000"/>
                </a:solidFill>
              </a:rPr>
              <a:t>不夠就再</a:t>
            </a:r>
            <a:r>
              <a:rPr lang="en-US" altLang="zh-CN" sz="2800" b="1">
                <a:solidFill>
                  <a:srgbClr val="FF0000"/>
                </a:solidFill>
              </a:rPr>
              <a:t>add</a:t>
            </a:r>
            <a:endParaRPr lang="en-US" altLang="zh-CN" sz="2800" b="1">
              <a:solidFill>
                <a:srgbClr val="FF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777240" y="2989580"/>
            <a:ext cx="548005" cy="325755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0217150" y="2553335"/>
            <a:ext cx="548005" cy="325755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" name="直接箭头连接符 5"/>
          <p:cNvCxnSpPr>
            <a:stCxn id="3" idx="2"/>
            <a:endCxn id="5" idx="3"/>
          </p:cNvCxnSpPr>
          <p:nvPr/>
        </p:nvCxnSpPr>
        <p:spPr>
          <a:xfrm flipH="1">
            <a:off x="1325245" y="2094865"/>
            <a:ext cx="4946650" cy="105791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箭头连接符 6"/>
          <p:cNvCxnSpPr>
            <a:stCxn id="3" idx="2"/>
            <a:endCxn id="4" idx="1"/>
          </p:cNvCxnSpPr>
          <p:nvPr/>
        </p:nvCxnSpPr>
        <p:spPr>
          <a:xfrm>
            <a:off x="6271895" y="2094865"/>
            <a:ext cx="3945255" cy="621665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67665" y="535305"/>
            <a:ext cx="44323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solidFill>
                  <a:srgbClr val="FF0000"/>
                </a:solidFill>
              </a:rPr>
              <a:t>你可能會需要的</a:t>
            </a:r>
            <a:r>
              <a:rPr lang="en-US" altLang="zh-CN" sz="3200" b="1">
                <a:solidFill>
                  <a:srgbClr val="FF0000"/>
                </a:solidFill>
              </a:rPr>
              <a:t>ID</a:t>
            </a:r>
            <a:endParaRPr lang="en-US" altLang="zh-CN" sz="3200" b="1">
              <a:solidFill>
                <a:srgbClr val="FF0000"/>
              </a:solidFill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768350" y="1992630"/>
          <a:ext cx="8533130" cy="1889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6565"/>
                <a:gridCol w="4266565"/>
              </a:tblGrid>
              <a:tr h="3206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SMGR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413074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base(Required)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413076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virtual platform(Required)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413071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redundancy(Optional)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413075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redundancy(Optional)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表格 1"/>
          <p:cNvGraphicFramePr/>
          <p:nvPr/>
        </p:nvGraphicFramePr>
        <p:xfrm>
          <a:off x="1758315" y="129540"/>
          <a:ext cx="853313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6565"/>
                <a:gridCol w="42665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CM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259401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Media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 sz="1800">
                          <a:sym typeface="+mn-ea"/>
                        </a:rPr>
                        <a:t>Required</a:t>
                      </a:r>
                      <a:r>
                        <a:rPr lang="zh-CN" altLang="en-US"/>
                        <a:t>）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413082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DSP Channel</a:t>
                      </a:r>
                      <a:r>
                        <a:rPr lang="zh-CN" altLang="en-US" sz="1800">
                          <a:sym typeface="+mn-ea"/>
                        </a:rPr>
                        <a:t>（</a:t>
                      </a:r>
                      <a:r>
                        <a:rPr lang="en-US" altLang="zh-CN" sz="1800">
                          <a:sym typeface="+mn-ea"/>
                        </a:rPr>
                        <a:t>Required</a:t>
                      </a:r>
                      <a:r>
                        <a:rPr lang="zh-CN" altLang="en-US" sz="1800">
                          <a:sym typeface="+mn-ea"/>
                        </a:rPr>
                        <a:t>）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412885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Core License(</a:t>
                      </a:r>
                      <a:r>
                        <a:rPr lang="zh-CN" altLang="en-US"/>
                        <a:t>包含</a:t>
                      </a:r>
                      <a:r>
                        <a:rPr lang="en-US" altLang="zh-CN"/>
                        <a:t>ipt/</a:t>
                      </a:r>
                      <a:r>
                        <a:rPr lang="zh-CN" altLang="en-US"/>
                        <a:t>類比，分機數量</a:t>
                      </a:r>
                      <a:r>
                        <a:rPr lang="en-US" altLang="zh-CN"/>
                        <a:t>)</a:t>
                      </a:r>
                      <a:r>
                        <a:rPr lang="zh-CN" altLang="en-US" sz="1800">
                          <a:sym typeface="+mn-ea"/>
                        </a:rPr>
                        <a:t>（</a:t>
                      </a:r>
                      <a:r>
                        <a:rPr lang="en-US" altLang="zh-CN" sz="1800">
                          <a:sym typeface="+mn-ea"/>
                        </a:rPr>
                        <a:t>Required</a:t>
                      </a:r>
                      <a:r>
                        <a:rPr lang="zh-CN" altLang="en-US" sz="1800">
                          <a:sym typeface="+mn-ea"/>
                        </a:rPr>
                        <a:t>）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412948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共振功能分機數量</a:t>
                      </a:r>
                      <a:r>
                        <a:rPr lang="en-US" altLang="zh-CN" sz="1800">
                          <a:sym typeface="+mn-ea"/>
                        </a:rPr>
                        <a:t>(Optional)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412968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call center agent</a:t>
                      </a:r>
                      <a:r>
                        <a:rPr lang="zh-CN" altLang="en-US"/>
                        <a:t>數量</a:t>
                      </a:r>
                      <a:r>
                        <a:rPr lang="en-US" altLang="zh-CN" sz="1800">
                          <a:sym typeface="+mn-ea"/>
                        </a:rPr>
                        <a:t>(Optional)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" name="表格 2"/>
          <p:cNvGraphicFramePr/>
          <p:nvPr/>
        </p:nvGraphicFramePr>
        <p:xfrm>
          <a:off x="1758315" y="2933065"/>
          <a:ext cx="853313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6565"/>
                <a:gridCol w="42665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SM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413050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Instance</a:t>
                      </a:r>
                      <a:r>
                        <a:rPr lang="zh-CN" altLang="en-US" sz="1800">
                          <a:sym typeface="+mn-ea"/>
                        </a:rPr>
                        <a:t>（</a:t>
                      </a:r>
                      <a:r>
                        <a:rPr lang="en-US" altLang="zh-CN" sz="1800">
                          <a:sym typeface="+mn-ea"/>
                        </a:rPr>
                        <a:t>Required</a:t>
                      </a:r>
                      <a:r>
                        <a:rPr lang="zh-CN" altLang="en-US" sz="1800">
                          <a:sym typeface="+mn-ea"/>
                        </a:rPr>
                        <a:t>）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表格 3"/>
          <p:cNvGraphicFramePr/>
          <p:nvPr/>
        </p:nvGraphicFramePr>
        <p:xfrm>
          <a:off x="1758315" y="4697730"/>
          <a:ext cx="853313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6565"/>
                <a:gridCol w="42665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Media Server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413081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Instance</a:t>
                      </a:r>
                      <a:r>
                        <a:rPr lang="zh-CN" altLang="en-US" sz="1800">
                          <a:sym typeface="+mn-ea"/>
                        </a:rPr>
                        <a:t>（</a:t>
                      </a:r>
                      <a:r>
                        <a:rPr lang="en-US" altLang="zh-CN" sz="1800">
                          <a:sym typeface="+mn-ea"/>
                        </a:rPr>
                        <a:t>Required</a:t>
                      </a:r>
                      <a:r>
                        <a:rPr lang="zh-CN" altLang="en-US" sz="1800">
                          <a:sym typeface="+mn-ea"/>
                        </a:rPr>
                        <a:t>）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" name="组合 2"/>
          <p:cNvGrpSpPr/>
          <p:nvPr/>
        </p:nvGrpSpPr>
        <p:grpSpPr>
          <a:xfrm>
            <a:off x="1885315" y="449580"/>
            <a:ext cx="7106920" cy="6393180"/>
            <a:chOff x="2969" y="708"/>
            <a:chExt cx="11192" cy="10068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969" y="708"/>
              <a:ext cx="11192" cy="10069"/>
            </a:xfrm>
            <a:prstGeom prst="rect">
              <a:avLst/>
            </a:prstGeom>
          </p:spPr>
        </p:pic>
        <p:sp>
          <p:nvSpPr>
            <p:cNvPr id="4" name="矩形 3"/>
            <p:cNvSpPr/>
            <p:nvPr/>
          </p:nvSpPr>
          <p:spPr>
            <a:xfrm>
              <a:off x="5257" y="9779"/>
              <a:ext cx="1468" cy="67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1250" y="666750"/>
            <a:ext cx="7429500" cy="55245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3146425" y="4987290"/>
            <a:ext cx="2012315" cy="395605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7045" y="1557020"/>
            <a:ext cx="8677275" cy="374332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2732405" y="3361055"/>
            <a:ext cx="1971675" cy="285115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4213225" y="3773170"/>
            <a:ext cx="1093470" cy="354965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5" name="直接箭头连接符 4"/>
          <p:cNvCxnSpPr>
            <a:stCxn id="4" idx="2"/>
            <a:endCxn id="3" idx="1"/>
          </p:cNvCxnSpPr>
          <p:nvPr/>
        </p:nvCxnSpPr>
        <p:spPr>
          <a:xfrm>
            <a:off x="3718560" y="3646170"/>
            <a:ext cx="494665" cy="3048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" name="组合 3"/>
          <p:cNvGrpSpPr/>
          <p:nvPr/>
        </p:nvGrpSpPr>
        <p:grpSpPr>
          <a:xfrm>
            <a:off x="2609850" y="941705"/>
            <a:ext cx="5873750" cy="4974590"/>
            <a:chOff x="4110" y="1483"/>
            <a:chExt cx="9250" cy="7834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110" y="1483"/>
              <a:ext cx="9251" cy="7834"/>
            </a:xfrm>
            <a:prstGeom prst="rect">
              <a:avLst/>
            </a:prstGeom>
          </p:spPr>
        </p:pic>
        <p:sp>
          <p:nvSpPr>
            <p:cNvPr id="3" name="矩形 2"/>
            <p:cNvSpPr/>
            <p:nvPr/>
          </p:nvSpPr>
          <p:spPr>
            <a:xfrm>
              <a:off x="5776" y="8248"/>
              <a:ext cx="1182" cy="54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1715" y="594360"/>
            <a:ext cx="7609205" cy="566928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2883535" y="2249805"/>
            <a:ext cx="2122170" cy="385445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2858770" y="3429000"/>
            <a:ext cx="4668520" cy="456565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645275" y="2510790"/>
            <a:ext cx="4064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</a:rPr>
              <a:t>從開</a:t>
            </a:r>
            <a:r>
              <a:rPr lang="en-US" altLang="zh-CN" sz="2400" b="1">
                <a:solidFill>
                  <a:srgbClr val="FF0000"/>
                </a:solidFill>
              </a:rPr>
              <a:t>License</a:t>
            </a:r>
            <a:r>
              <a:rPr lang="zh-CN" altLang="en-US" sz="2400" b="1">
                <a:solidFill>
                  <a:srgbClr val="FF0000"/>
                </a:solidFill>
              </a:rPr>
              <a:t>的那天起，最多往後</a:t>
            </a:r>
            <a:r>
              <a:rPr lang="en-US" altLang="zh-CN" sz="2400" b="1">
                <a:solidFill>
                  <a:srgbClr val="FF0000"/>
                </a:solidFill>
              </a:rPr>
              <a:t>45</a:t>
            </a:r>
            <a:r>
              <a:rPr lang="zh-CN" altLang="en-US" sz="2400" b="1">
                <a:solidFill>
                  <a:srgbClr val="FF0000"/>
                </a:solidFill>
              </a:rPr>
              <a:t>天，建議選</a:t>
            </a:r>
            <a:r>
              <a:rPr lang="en-US" altLang="zh-CN" sz="2400" b="1">
                <a:solidFill>
                  <a:srgbClr val="FF0000"/>
                </a:solidFill>
              </a:rPr>
              <a:t>40</a:t>
            </a:r>
            <a:r>
              <a:rPr lang="zh-CN" altLang="en-US" sz="2400" b="1">
                <a:solidFill>
                  <a:srgbClr val="FF0000"/>
                </a:solidFill>
              </a:rPr>
              <a:t>天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03270" y="934720"/>
            <a:ext cx="5585460" cy="498856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3181350" y="792480"/>
            <a:ext cx="4316095" cy="5130800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9875" y="510540"/>
            <a:ext cx="11501120" cy="170624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875" y="2115820"/>
            <a:ext cx="11372215" cy="463867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343535" y="821690"/>
            <a:ext cx="699135" cy="5932170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3070" y="1428115"/>
            <a:ext cx="11325860" cy="413194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343535" y="1427480"/>
            <a:ext cx="819785" cy="4133215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0445" y="204470"/>
            <a:ext cx="7610475" cy="644842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 flipV="1">
            <a:off x="5111750" y="5560695"/>
            <a:ext cx="984250" cy="603250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0635" y="4006215"/>
            <a:ext cx="7286625" cy="264795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865" y="374650"/>
            <a:ext cx="10645775" cy="363156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 flipV="1">
            <a:off x="4505325" y="5430520"/>
            <a:ext cx="964565" cy="572135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960745" y="1948180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rgbClr val="FF0000"/>
                </a:solidFill>
              </a:rPr>
              <a:t>沒有</a:t>
            </a:r>
            <a:r>
              <a:rPr lang="en-US" altLang="zh-CN" sz="2800" b="1">
                <a:solidFill>
                  <a:srgbClr val="FF0000"/>
                </a:solidFill>
              </a:rPr>
              <a:t>Error</a:t>
            </a:r>
            <a:endParaRPr lang="en-US" altLang="zh-CN" sz="2800" b="1">
              <a:solidFill>
                <a:srgbClr val="FF0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 flipV="1">
            <a:off x="794385" y="1183005"/>
            <a:ext cx="9357360" cy="663575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683885" y="548068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solidFill>
                  <a:srgbClr val="FF0000"/>
                </a:solidFill>
              </a:rPr>
              <a:t>once </a:t>
            </a:r>
            <a:r>
              <a:rPr lang="en-US" altLang="zh-CN" sz="2800" b="1">
                <a:solidFill>
                  <a:srgbClr val="FF0000"/>
                </a:solidFill>
              </a:rPr>
              <a:t>more</a:t>
            </a:r>
            <a:endParaRPr lang="en-US" altLang="zh-CN" sz="2800" b="1">
              <a:solidFill>
                <a:srgbClr val="FF0000"/>
              </a:solidFill>
            </a:endParaRPr>
          </a:p>
        </p:txBody>
      </p:sp>
      <p:cxnSp>
        <p:nvCxnSpPr>
          <p:cNvPr id="8" name="直接箭头连接符 7"/>
          <p:cNvCxnSpPr>
            <a:stCxn id="6" idx="0"/>
            <a:endCxn id="4" idx="2"/>
          </p:cNvCxnSpPr>
          <p:nvPr/>
        </p:nvCxnSpPr>
        <p:spPr>
          <a:xfrm flipH="1">
            <a:off x="4987925" y="1846580"/>
            <a:ext cx="485140" cy="358394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26105" y="796925"/>
            <a:ext cx="5615305" cy="526478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 flipV="1">
            <a:off x="3192145" y="995680"/>
            <a:ext cx="560705" cy="511810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 flipV="1">
            <a:off x="3420110" y="1890395"/>
            <a:ext cx="4135755" cy="572770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 flipV="1">
            <a:off x="4860290" y="5643245"/>
            <a:ext cx="812800" cy="417830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050030" y="2787015"/>
            <a:ext cx="52146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</a:rPr>
              <a:t>可不填，不填誰開的</a:t>
            </a:r>
            <a:r>
              <a:rPr lang="en-US" altLang="zh-CN" sz="2400" b="1">
                <a:solidFill>
                  <a:srgbClr val="FF0000"/>
                </a:solidFill>
              </a:rPr>
              <a:t>avaya</a:t>
            </a:r>
            <a:r>
              <a:rPr lang="zh-CN" altLang="en-US" sz="2400" b="1">
                <a:solidFill>
                  <a:srgbClr val="FF0000"/>
                </a:solidFill>
              </a:rPr>
              <a:t>就寄給誰，填了就會額外寄一份給填入的</a:t>
            </a:r>
            <a:r>
              <a:rPr lang="en-US" altLang="zh-CN" sz="2400" b="1">
                <a:solidFill>
                  <a:srgbClr val="FF0000"/>
                </a:solidFill>
              </a:rPr>
              <a:t>mail</a:t>
            </a:r>
            <a:endParaRPr lang="en-US" altLang="zh-CN" sz="24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3785" y="1021715"/>
            <a:ext cx="6686550" cy="481520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 flipV="1">
            <a:off x="2753360" y="4213860"/>
            <a:ext cx="944245" cy="1198880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2753360" y="5524500"/>
            <a:ext cx="52146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</a:rPr>
              <a:t>不想等</a:t>
            </a:r>
            <a:r>
              <a:rPr lang="en-US" altLang="zh-CN" sz="2400" b="1">
                <a:solidFill>
                  <a:srgbClr val="FF0000"/>
                </a:solidFill>
              </a:rPr>
              <a:t>mail</a:t>
            </a:r>
            <a:r>
              <a:rPr lang="zh-CN" altLang="en-US" sz="2400" b="1">
                <a:solidFill>
                  <a:srgbClr val="FF0000"/>
                </a:solidFill>
              </a:rPr>
              <a:t>也可以直接下載到</a:t>
            </a:r>
            <a:r>
              <a:rPr lang="zh-CN" altLang="en-US" sz="2400" b="1">
                <a:solidFill>
                  <a:srgbClr val="FF0000"/>
                </a:solidFill>
              </a:rPr>
              <a:t>本機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449</Words>
  <Application>WPS 演示</Application>
  <PresentationFormat>宽屏</PresentationFormat>
  <Paragraphs>66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3" baseType="lpstr">
      <vt:lpstr>Arial</vt:lpstr>
      <vt:lpstr>SimSun</vt:lpstr>
      <vt:lpstr>Wingdings</vt:lpstr>
      <vt:lpstr>Arial Unicode MS</vt:lpstr>
      <vt:lpstr>Calibri</vt:lpstr>
      <vt:lpstr>Microsoft YaHei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边缘人</cp:lastModifiedBy>
  <cp:revision>4</cp:revision>
  <dcterms:created xsi:type="dcterms:W3CDTF">2023-08-09T12:44:00Z</dcterms:created>
  <dcterms:modified xsi:type="dcterms:W3CDTF">2025-05-31T07:54:54Z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2052-12.1.0.21171</vt:lpwstr>
  </property>
</Properties>
</file>